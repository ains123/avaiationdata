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 Project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By Ainsley Nyambura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5200"/>
            <a:ext cx="8222100" cy="5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Accidents Over Time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246300" y="556525"/>
            <a:ext cx="8222100" cy="10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lt1"/>
                </a:solidFill>
              </a:rPr>
              <a:t>The number of </a:t>
            </a:r>
            <a:r>
              <a:rPr lang="en">
                <a:solidFill>
                  <a:schemeClr val="lt1"/>
                </a:solidFill>
              </a:rPr>
              <a:t>aviation</a:t>
            </a:r>
            <a:r>
              <a:rPr lang="en">
                <a:solidFill>
                  <a:schemeClr val="lt1"/>
                </a:solidFill>
              </a:rPr>
              <a:t> accidents recorded per year. When the dots go up more airplanes had accidents and when they drop fewer accidents happened.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5" name="Google Shape;75;p14" title="Screenshot 2025-12-14 1759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75" y="1746625"/>
            <a:ext cx="7414451" cy="324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36550" y="135350"/>
            <a:ext cx="8222100" cy="45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Accidents by Phase of Flight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11725" y="586550"/>
            <a:ext cx="8476500" cy="9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lt1"/>
                </a:solidFill>
              </a:rPr>
              <a:t>The stage of flight when the accidents are most likely to happen. Flying has different phases this show which part is the most dangerous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2" name="Google Shape;82;p15" title="Screenshot 2025-12-14 1800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41350"/>
            <a:ext cx="8001259" cy="3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120803" y="5124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Accident locations(map)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geographic locations where aviation accidents occur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Areas with bigger boxes have more accidents. These boxes show places where airplanes had trouble</a:t>
            </a:r>
            <a:endParaRPr/>
          </a:p>
        </p:txBody>
      </p:sp>
      <p:pic>
        <p:nvPicPr>
          <p:cNvPr id="89" name="Google Shape;89;p16" title="Screenshot 2025-12-14 1800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6475" y="152400"/>
            <a:ext cx="5805124" cy="447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